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66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MODELS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IaaS, PaaS &amp; SaaS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8361" y="3197274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the three cloud service models differ in control, cost, and use — and identify which model best fits common needs across a university's teaching, research, and administrative functions.</a:t>
            </a:r>
            <a:endParaRPr lang="en-US" sz="1500" dirty="0"/>
          </a:p>
        </p:txBody>
      </p:sp>
      <p:pic>
        <p:nvPicPr>
          <p:cNvPr id="9" name="Image 0" descr="icon_cloud_white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9692640" y="4663440"/>
            <a:ext cx="1737360" cy="1737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089B73-5BE8-E672-4391-D151B1291EEA}"/>
              </a:ext>
            </a:extLst>
          </p:cNvPr>
          <p:cNvSpPr txBox="1"/>
          <p:nvPr/>
        </p:nvSpPr>
        <p:spPr>
          <a:xfrm>
            <a:off x="7592814" y="4925088"/>
            <a:ext cx="2099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G. Manobhi Ram</a:t>
            </a:r>
          </a:p>
          <a:p>
            <a:r>
              <a:rPr lang="en-US" dirty="0">
                <a:solidFill>
                  <a:schemeClr val="bg1"/>
                </a:solidFill>
              </a:rPr>
              <a:t>D. Sindhu prasad</a:t>
            </a:r>
          </a:p>
          <a:p>
            <a:r>
              <a:rPr lang="en-US" dirty="0" err="1">
                <a:solidFill>
                  <a:schemeClr val="bg1"/>
                </a:solidFill>
              </a:rPr>
              <a:t>M.Kasif</a:t>
            </a:r>
            <a:r>
              <a:rPr lang="en-US">
                <a:solidFill>
                  <a:schemeClr val="bg1"/>
                </a:solidFill>
              </a:rPr>
              <a:t> Jalal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Model Actually Provides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definitions — cloud computing delivers IT resources over the internet, differing by how much of the stack the provider manages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_serv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84048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virtualized computing resources — servers, storage, and networking — over the internet. The institution manages OS, runtime, and applications.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AWS EC2, Azure VMs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169164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0116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icon_cod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1945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5720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0" y="384048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ready-to-use platform (runtime, middleware, dev tools) for building and deploying applications, without managing servers or OS.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Google App Engine, Heroku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955280" y="169164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75320" y="20116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icon_ca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1945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532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27532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275320" y="384048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complete, ready-to-use software applications over the internet. The provider manages everything — the user just logs in and uses it.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27532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Google Workspace, Zoom, Moodle Cloud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Who Manages What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shifts the management boundary one layer higher up the technology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831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45745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5745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94894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4894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44043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4043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3192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42341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42341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91490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91490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40639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40639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Networking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06140" y="1463040"/>
            <a:ext cx="25831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406140" y="146304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06140" y="196596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406140" y="245745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406140" y="294894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406140" y="344043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406140" y="393192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406140" y="442341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406140" y="491490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406140" y="540639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172200" y="1463040"/>
            <a:ext cx="25831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146304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72200" y="196596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172200" y="245745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172200" y="294894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172200" y="344043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172200" y="393192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172200" y="442341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172200" y="491490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172200" y="540639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8938260" y="1463040"/>
            <a:ext cx="25831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8938260" y="146304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938260" y="196596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8938260" y="245745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8938260" y="294894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8938260" y="344043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8938260" y="393192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8938260" y="442341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8938260" y="491490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8938260" y="540639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48640" y="6035040"/>
            <a:ext cx="274320" cy="228600"/>
          </a:xfrm>
          <a:prstGeom prst="rect">
            <a:avLst/>
          </a:prstGeom>
          <a:solidFill>
            <a:srgbClr val="9BB8E8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5989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cloud provider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0" y="6035040"/>
            <a:ext cx="274320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5" name="Text 53"/>
          <p:cNvSpPr/>
          <p:nvPr/>
        </p:nvSpPr>
        <p:spPr>
          <a:xfrm>
            <a:off x="4023360" y="5989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the institution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across the factors that matter most to a campus IT team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IaaS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PaaS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SaaS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Control level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Highest (full OS control)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Moderate (app-level only)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Lowest (configuration only)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Setup speed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Slower — build from VMs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Fast — deploy code directly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Instant — ready to use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Technical skill needed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High (sysadmin skills)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Medium (developer skills)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Low (end-user skills)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Typical campus use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Research computing, labs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Custom app / LMS development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Email, docs, video conferencing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Cost model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Pay-per-resource (compute/storage)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Pay-per-app/usage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Pay-per-user subscription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Higher Education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run three very different workloads — each maps naturally to a different service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391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83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computing → IaaS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91640" y="21945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need raw compute and storage for simulations, genomics, and data-intensive research — with full control over the software environment.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icon_lapto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59359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337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systems → PaaS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91640" y="3749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teams build and iterate on student portals, admissions systems, and LMS integrations quickly, without managing servers.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93776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icon_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14807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892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operations → SaaS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91640" y="5303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video conferencing, document collaboration, and HR/finance tools run reliably for thousands of staff and students with zero maintenance.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State University: all three models, working together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6387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icon_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313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4747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 runs research workloads and elastic compute on Amazon Web Services (EC2 and S3), scaling infrastructure up during peak research and enrollment periods.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63875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1488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icon_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3134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17720" y="34747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student-facing applications are built and deployed on managed platform services, letting developers ship features without provisioning servers.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18745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63875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1488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icon_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31343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412480" y="34747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Faculty, staff, and 100,000+ students use Google Workspace for Education for email, docs, and collaboration campus-wide.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publicly reported ASU cloud &amp; IT modernization initiatives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8778240" cy="1463040"/>
          </a:xfrm>
          <a:prstGeom prst="roundRect">
            <a:avLst>
              <a:gd name="adj" fmla="val 6250"/>
            </a:avLst>
          </a:prstGeom>
          <a:solidFill>
            <a:srgbClr val="263875"/>
          </a:solidFill>
          <a:ln/>
        </p:spPr>
      </p:sp>
      <p:pic>
        <p:nvPicPr>
          <p:cNvPr id="5" name="Image 0" descr="icon_bulb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73736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PaaS, and SaaS aren't competitors — they're a spectrum of control versus convenience. The right choice depends on the task, not the technology trend.</a:t>
            </a:r>
            <a:endParaRPr lang="en-US" sz="1500" dirty="0"/>
          </a:p>
        </p:txBody>
      </p:sp>
      <p:pic>
        <p:nvPicPr>
          <p:cNvPr id="7" name="Image 1" descr="icon_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6499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3337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gives educational institutions raw control — ideal for research computing.</a:t>
            </a:r>
            <a:endParaRPr lang="en-US" sz="1450" dirty="0"/>
          </a:p>
        </p:txBody>
      </p:sp>
      <p:pic>
        <p:nvPicPr>
          <p:cNvPr id="9" name="Image 2" descr="icon_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319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39044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accelerates in-house application development without infrastructure overhead.</a:t>
            </a:r>
            <a:endParaRPr lang="en-US" sz="1450" dirty="0"/>
          </a:p>
        </p:txBody>
      </p:sp>
      <p:pic>
        <p:nvPicPr>
          <p:cNvPr id="11" name="Image 3" descr="icon_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9884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447141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delivers everyday productivity tools with zero maintenance burden.</a:t>
            </a:r>
            <a:endParaRPr lang="en-US" sz="1450" dirty="0"/>
          </a:p>
        </p:txBody>
      </p:sp>
      <p:pic>
        <p:nvPicPr>
          <p:cNvPr id="13" name="Image 4" descr="icon_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65776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50383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universities use a blend of all three, matched to workload needs.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738</Words>
  <Application>Microsoft Office PowerPoint</Application>
  <PresentationFormat>Widescreen</PresentationFormat>
  <Paragraphs>130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Jayasree U</cp:lastModifiedBy>
  <cp:revision>7</cp:revision>
  <dcterms:created xsi:type="dcterms:W3CDTF">2026-07-23T08:09:03Z</dcterms:created>
  <dcterms:modified xsi:type="dcterms:W3CDTF">2026-07-30T03:47:47Z</dcterms:modified>
</cp:coreProperties>
</file>